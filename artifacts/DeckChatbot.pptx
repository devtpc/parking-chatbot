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5" r:id="rId4"/>
    <p:sldId id="264" r:id="rId5"/>
    <p:sldId id="267" r:id="rId6"/>
    <p:sldId id="268" r:id="rId7"/>
    <p:sldId id="269" r:id="rId8"/>
    <p:sldId id="271" r:id="rId9"/>
    <p:sldId id="259" r:id="rId10"/>
    <p:sldId id="257" r:id="rId11"/>
    <p:sldId id="272" r:id="rId12"/>
    <p:sldId id="260" r:id="rId13"/>
    <p:sldId id="261" r:id="rId14"/>
    <p:sldId id="273" r:id="rId15"/>
    <p:sldId id="26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>
        <p:scale>
          <a:sx n="75" d="100"/>
          <a:sy n="75" d="100"/>
        </p:scale>
        <p:origin x="304" y="9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36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34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502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613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62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196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120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67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763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5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65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677532-D479-4C35-BD9A-E8CAA5A029F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43D5D-2C97-422B-8C9F-BBD3838A9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715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smtClean="0"/>
              <a:t>Parking </a:t>
            </a:r>
            <a:r>
              <a:rPr lang="hu-HU" dirty="0" err="1" smtClean="0"/>
              <a:t>Reservation</a:t>
            </a:r>
            <a:r>
              <a:rPr lang="hu-HU" dirty="0" smtClean="0"/>
              <a:t> Chatbot</a:t>
            </a:r>
            <a:endParaRPr lang="en-US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 smtClean="0"/>
              <a:t>Functions</a:t>
            </a:r>
            <a:r>
              <a:rPr lang="hu-HU" dirty="0" smtClean="0"/>
              <a:t> and </a:t>
            </a:r>
            <a:r>
              <a:rPr lang="hu-HU" dirty="0" err="1" smtClean="0"/>
              <a:t>screenshots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810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1 – RAG and </a:t>
            </a:r>
            <a:r>
              <a:rPr lang="hu-HU" dirty="0" err="1" smtClean="0"/>
              <a:t>basic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chat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 smtClean="0"/>
              <a:t>RAG</a:t>
            </a:r>
          </a:p>
          <a:p>
            <a:pPr lvl="1"/>
            <a:r>
              <a:rPr lang="hu-HU" dirty="0" err="1" smtClean="0"/>
              <a:t>Static</a:t>
            </a:r>
            <a:r>
              <a:rPr lang="hu-HU" dirty="0" smtClean="0"/>
              <a:t> </a:t>
            </a:r>
            <a:r>
              <a:rPr lang="hu-HU" dirty="0" err="1" smtClean="0"/>
              <a:t>information</a:t>
            </a:r>
            <a:r>
              <a:rPr lang="hu-HU" dirty="0" smtClean="0"/>
              <a:t> (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location</a:t>
            </a:r>
            <a:r>
              <a:rPr lang="hu-HU" dirty="0" smtClean="0"/>
              <a:t>, </a:t>
            </a:r>
            <a:r>
              <a:rPr lang="hu-HU" dirty="0" err="1" smtClean="0"/>
              <a:t>etc</a:t>
            </a:r>
            <a:r>
              <a:rPr lang="hu-HU" dirty="0" smtClean="0"/>
              <a:t>) </a:t>
            </a:r>
            <a:r>
              <a:rPr lang="hu-HU" dirty="0" err="1" smtClean="0"/>
              <a:t>about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parking </a:t>
            </a:r>
            <a:r>
              <a:rPr lang="hu-HU" dirty="0" err="1" smtClean="0"/>
              <a:t>lot</a:t>
            </a:r>
            <a:r>
              <a:rPr lang="hu-HU" dirty="0" smtClean="0"/>
              <a:t> is in a </a:t>
            </a:r>
            <a:r>
              <a:rPr lang="hu-HU" dirty="0" err="1" smtClean="0"/>
              <a:t>long</a:t>
            </a:r>
            <a:r>
              <a:rPr lang="hu-HU" dirty="0" smtClean="0"/>
              <a:t> .md file</a:t>
            </a:r>
          </a:p>
          <a:p>
            <a:pPr lvl="1"/>
            <a:r>
              <a:rPr lang="hu-HU" dirty="0" smtClean="0"/>
              <a:t>During </a:t>
            </a:r>
            <a:r>
              <a:rPr lang="hu-HU" dirty="0" err="1" smtClean="0"/>
              <a:t>init</a:t>
            </a:r>
            <a:r>
              <a:rPr lang="hu-HU" dirty="0" smtClean="0"/>
              <a:t> it is </a:t>
            </a:r>
            <a:r>
              <a:rPr lang="hu-HU" dirty="0" err="1" smtClean="0"/>
              <a:t>splitted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chunks</a:t>
            </a:r>
            <a:r>
              <a:rPr lang="hu-HU" dirty="0" smtClean="0"/>
              <a:t> and </a:t>
            </a:r>
            <a:r>
              <a:rPr lang="hu-HU" dirty="0" err="1" smtClean="0"/>
              <a:t>saved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local </a:t>
            </a:r>
            <a:r>
              <a:rPr lang="hu-HU" dirty="0" err="1" smtClean="0"/>
              <a:t>Chroma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database</a:t>
            </a:r>
            <a:endParaRPr lang="hu-HU" dirty="0" smtClean="0"/>
          </a:p>
          <a:p>
            <a:pPr lvl="1"/>
            <a:r>
              <a:rPr lang="hu-HU" dirty="0" err="1" smtClean="0"/>
              <a:t>Embeddings</a:t>
            </a:r>
            <a:r>
              <a:rPr lang="hu-HU" dirty="0" smtClean="0"/>
              <a:t>: </a:t>
            </a:r>
            <a:r>
              <a:rPr lang="hu-HU" dirty="0" err="1" smtClean="0"/>
              <a:t>OpenAI</a:t>
            </a:r>
            <a:r>
              <a:rPr lang="hu-HU" dirty="0" smtClean="0"/>
              <a:t> text-embedding-3-small</a:t>
            </a:r>
          </a:p>
          <a:p>
            <a:pPr lvl="1"/>
            <a:r>
              <a:rPr lang="hu-HU" dirty="0" err="1" smtClean="0"/>
              <a:t>Chunking</a:t>
            </a:r>
            <a:r>
              <a:rPr lang="hu-HU" dirty="0" smtClean="0"/>
              <a:t>: </a:t>
            </a:r>
            <a:r>
              <a:rPr lang="hu-HU" dirty="0" err="1" smtClean="0"/>
              <a:t>RecursiveCharacterTextSplitter</a:t>
            </a:r>
            <a:endParaRPr lang="hu-HU" dirty="0" smtClean="0"/>
          </a:p>
          <a:p>
            <a:r>
              <a:rPr lang="hu-HU" dirty="0" err="1" smtClean="0"/>
              <a:t>Dynamic</a:t>
            </a:r>
            <a:r>
              <a:rPr lang="hu-HU" dirty="0" smtClean="0"/>
              <a:t> Data</a:t>
            </a:r>
          </a:p>
          <a:p>
            <a:pPr lvl="1"/>
            <a:r>
              <a:rPr lang="hu-HU" dirty="0" err="1" smtClean="0"/>
              <a:t>SQLite</a:t>
            </a:r>
            <a:endParaRPr lang="hu-HU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6992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1 – RAG and </a:t>
            </a:r>
            <a:r>
              <a:rPr lang="hu-HU" dirty="0" err="1" smtClean="0"/>
              <a:t>basic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chat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UI</a:t>
            </a:r>
          </a:p>
          <a:p>
            <a:pPr lvl="1"/>
            <a:r>
              <a:rPr lang="hu-HU" dirty="0" err="1"/>
              <a:t>Streamlit</a:t>
            </a:r>
            <a:endParaRPr lang="hu-HU" dirty="0"/>
          </a:p>
          <a:p>
            <a:endParaRPr lang="hu-HU" dirty="0" smtClean="0"/>
          </a:p>
          <a:p>
            <a:r>
              <a:rPr lang="hu-HU" dirty="0" err="1" smtClean="0"/>
              <a:t>Guardrails</a:t>
            </a:r>
            <a:endParaRPr lang="hu-HU" dirty="0" smtClean="0"/>
          </a:p>
          <a:p>
            <a:pPr lvl="1"/>
            <a:r>
              <a:rPr lang="hu-HU" dirty="0" smtClean="0"/>
              <a:t>System prompt </a:t>
            </a:r>
            <a:r>
              <a:rPr lang="hu-HU" dirty="0" err="1" smtClean="0"/>
              <a:t>prohibits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connected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endParaRPr lang="hu-HU" dirty="0" smtClean="0"/>
          </a:p>
          <a:p>
            <a:pPr lvl="1"/>
            <a:r>
              <a:rPr lang="hu-HU" dirty="0" smtClean="0"/>
              <a:t>In </a:t>
            </a:r>
            <a:r>
              <a:rPr lang="hu-HU" dirty="0" err="1" smtClean="0"/>
              <a:t>addition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it, </a:t>
            </a:r>
            <a:r>
              <a:rPr lang="hu-HU" dirty="0" err="1" smtClean="0"/>
              <a:t>there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filters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certain</a:t>
            </a:r>
            <a:r>
              <a:rPr lang="hu-HU" dirty="0" smtClean="0"/>
              <a:t> </a:t>
            </a:r>
            <a:r>
              <a:rPr lang="hu-HU" dirty="0" err="1" smtClean="0"/>
              <a:t>words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prohibited</a:t>
            </a:r>
            <a:r>
              <a:rPr lang="hu-HU" dirty="0" smtClean="0"/>
              <a:t> (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system</a:t>
            </a:r>
            <a:r>
              <a:rPr lang="hu-HU" dirty="0" smtClean="0"/>
              <a:t>, </a:t>
            </a:r>
            <a:r>
              <a:rPr lang="hu-HU" dirty="0" err="1" smtClean="0"/>
              <a:t>promt</a:t>
            </a:r>
            <a:r>
              <a:rPr lang="hu-HU" dirty="0" smtClean="0"/>
              <a:t> </a:t>
            </a:r>
            <a:r>
              <a:rPr lang="hu-HU" dirty="0" err="1" smtClean="0"/>
              <a:t>etc</a:t>
            </a:r>
            <a:endParaRPr lang="hu-HU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3273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1 – RAG and </a:t>
            </a:r>
            <a:r>
              <a:rPr lang="hu-HU" dirty="0" err="1" smtClean="0"/>
              <a:t>basic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chat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 smtClean="0"/>
              <a:t>RAG</a:t>
            </a:r>
          </a:p>
          <a:p>
            <a:pPr lvl="1"/>
            <a:r>
              <a:rPr lang="hu-HU" dirty="0" err="1" smtClean="0"/>
              <a:t>Static</a:t>
            </a:r>
            <a:r>
              <a:rPr lang="hu-HU" dirty="0" smtClean="0"/>
              <a:t> </a:t>
            </a:r>
            <a:r>
              <a:rPr lang="hu-HU" dirty="0" err="1" smtClean="0"/>
              <a:t>information</a:t>
            </a:r>
            <a:r>
              <a:rPr lang="hu-HU" dirty="0" smtClean="0"/>
              <a:t> (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location</a:t>
            </a:r>
            <a:r>
              <a:rPr lang="hu-HU" dirty="0" smtClean="0"/>
              <a:t>, </a:t>
            </a:r>
            <a:r>
              <a:rPr lang="hu-HU" dirty="0" err="1" smtClean="0"/>
              <a:t>etc</a:t>
            </a:r>
            <a:r>
              <a:rPr lang="hu-HU" dirty="0" smtClean="0"/>
              <a:t>) </a:t>
            </a:r>
            <a:r>
              <a:rPr lang="hu-HU" dirty="0" err="1" smtClean="0"/>
              <a:t>about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parking </a:t>
            </a:r>
            <a:r>
              <a:rPr lang="hu-HU" dirty="0" err="1" smtClean="0"/>
              <a:t>lot</a:t>
            </a:r>
            <a:r>
              <a:rPr lang="hu-HU" dirty="0" smtClean="0"/>
              <a:t> is in a </a:t>
            </a:r>
            <a:r>
              <a:rPr lang="hu-HU" dirty="0" err="1" smtClean="0"/>
              <a:t>long</a:t>
            </a:r>
            <a:r>
              <a:rPr lang="hu-HU" dirty="0" smtClean="0"/>
              <a:t> .md file</a:t>
            </a:r>
          </a:p>
          <a:p>
            <a:pPr lvl="1"/>
            <a:r>
              <a:rPr lang="hu-HU" dirty="0" smtClean="0"/>
              <a:t>During </a:t>
            </a:r>
            <a:r>
              <a:rPr lang="hu-HU" dirty="0" err="1" smtClean="0"/>
              <a:t>init</a:t>
            </a:r>
            <a:r>
              <a:rPr lang="hu-HU" dirty="0" smtClean="0"/>
              <a:t> it is </a:t>
            </a:r>
            <a:r>
              <a:rPr lang="hu-HU" dirty="0" err="1" smtClean="0"/>
              <a:t>splitted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chunks</a:t>
            </a:r>
            <a:r>
              <a:rPr lang="hu-HU" dirty="0" smtClean="0"/>
              <a:t> and </a:t>
            </a:r>
            <a:r>
              <a:rPr lang="hu-HU" dirty="0" err="1" smtClean="0"/>
              <a:t>saved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local </a:t>
            </a:r>
            <a:r>
              <a:rPr lang="hu-HU" dirty="0" err="1" smtClean="0"/>
              <a:t>Chroma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database</a:t>
            </a:r>
            <a:endParaRPr lang="hu-HU" dirty="0" smtClean="0"/>
          </a:p>
          <a:p>
            <a:pPr lvl="1"/>
            <a:r>
              <a:rPr lang="hu-HU" dirty="0" err="1" smtClean="0"/>
              <a:t>Embeddings</a:t>
            </a:r>
            <a:r>
              <a:rPr lang="hu-HU" dirty="0" smtClean="0"/>
              <a:t>: </a:t>
            </a:r>
            <a:r>
              <a:rPr lang="hu-HU" dirty="0" err="1" smtClean="0"/>
              <a:t>OpenAI</a:t>
            </a:r>
            <a:r>
              <a:rPr lang="hu-HU" dirty="0" smtClean="0"/>
              <a:t> text-embedding-3-small</a:t>
            </a:r>
          </a:p>
          <a:p>
            <a:pPr lvl="1"/>
            <a:r>
              <a:rPr lang="hu-HU" dirty="0" err="1" smtClean="0"/>
              <a:t>Chunking</a:t>
            </a:r>
            <a:r>
              <a:rPr lang="hu-HU" dirty="0" smtClean="0"/>
              <a:t>: </a:t>
            </a:r>
            <a:r>
              <a:rPr lang="hu-HU" dirty="0" err="1" smtClean="0"/>
              <a:t>RecursiveCharacterTextSplitter</a:t>
            </a:r>
            <a:endParaRPr lang="hu-HU" dirty="0" smtClean="0"/>
          </a:p>
          <a:p>
            <a:r>
              <a:rPr lang="hu-HU" dirty="0" err="1" smtClean="0"/>
              <a:t>Dynamic</a:t>
            </a:r>
            <a:r>
              <a:rPr lang="hu-HU" dirty="0" smtClean="0"/>
              <a:t> Data</a:t>
            </a:r>
          </a:p>
          <a:p>
            <a:pPr lvl="1"/>
            <a:r>
              <a:rPr lang="hu-HU" dirty="0" err="1" smtClean="0"/>
              <a:t>SQLite</a:t>
            </a:r>
            <a:endParaRPr lang="hu-HU" dirty="0" smtClean="0"/>
          </a:p>
          <a:p>
            <a:r>
              <a:rPr lang="hu-HU" dirty="0" smtClean="0"/>
              <a:t>UI</a:t>
            </a:r>
          </a:p>
          <a:p>
            <a:pPr lvl="1"/>
            <a:r>
              <a:rPr lang="hu-HU" dirty="0" err="1" smtClean="0"/>
              <a:t>Streamlit</a:t>
            </a:r>
            <a:endParaRPr lang="hu-HU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569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</a:t>
            </a:r>
            <a:r>
              <a:rPr lang="hu-HU" dirty="0" smtClean="0"/>
              <a:t>1 </a:t>
            </a:r>
            <a:r>
              <a:rPr lang="hu-HU" dirty="0" smtClean="0"/>
              <a:t>– </a:t>
            </a:r>
            <a:r>
              <a:rPr lang="hu-HU" dirty="0" smtClean="0"/>
              <a:t>RAG </a:t>
            </a:r>
            <a:r>
              <a:rPr lang="hu-HU" dirty="0" err="1" smtClean="0"/>
              <a:t>evaluation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357" y="2394661"/>
            <a:ext cx="9449286" cy="3213265"/>
          </a:xfrm>
        </p:spPr>
      </p:pic>
    </p:spTree>
    <p:extLst>
      <p:ext uri="{BB962C8B-B14F-4D97-AF65-F5344CB8AC3E}">
        <p14:creationId xmlns:p14="http://schemas.microsoft.com/office/powerpoint/2010/main" val="3292029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stages</a:t>
            </a:r>
            <a:r>
              <a:rPr lang="hu-HU" dirty="0" smtClean="0"/>
              <a:t> – </a:t>
            </a:r>
            <a:r>
              <a:rPr lang="hu-HU" dirty="0" err="1" smtClean="0"/>
              <a:t>Tests</a:t>
            </a:r>
            <a:endParaRPr lang="en-US" dirty="0"/>
          </a:p>
        </p:txBody>
      </p:sp>
      <p:pic>
        <p:nvPicPr>
          <p:cNvPr id="5" name="Tartalom helye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56742"/>
            <a:ext cx="10515600" cy="2489104"/>
          </a:xfrm>
        </p:spPr>
      </p:pic>
    </p:spTree>
    <p:extLst>
      <p:ext uri="{BB962C8B-B14F-4D97-AF65-F5344CB8AC3E}">
        <p14:creationId xmlns:p14="http://schemas.microsoft.com/office/powerpoint/2010/main" val="2465877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</a:t>
            </a:r>
            <a:r>
              <a:rPr lang="hu-HU" dirty="0" smtClean="0"/>
              <a:t>1 </a:t>
            </a:r>
            <a:r>
              <a:rPr lang="hu-HU" dirty="0" smtClean="0"/>
              <a:t>– </a:t>
            </a:r>
            <a:r>
              <a:rPr lang="hu-HU" dirty="0" err="1" smtClean="0"/>
              <a:t>User</a:t>
            </a:r>
            <a:r>
              <a:rPr lang="hu-HU" dirty="0" smtClean="0"/>
              <a:t> input </a:t>
            </a:r>
            <a:r>
              <a:rPr lang="hu-HU" dirty="0" err="1" smtClean="0"/>
              <a:t>handling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240" y="1242301"/>
            <a:ext cx="4171084" cy="5198066"/>
          </a:xfr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2353" y="1206215"/>
            <a:ext cx="4757940" cy="5234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869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 err="1" smtClean="0"/>
              <a:t>Stage</a:t>
            </a:r>
            <a:r>
              <a:rPr lang="hu-HU" dirty="0" smtClean="0"/>
              <a:t> </a:t>
            </a:r>
            <a:r>
              <a:rPr lang="hu-HU" dirty="0" smtClean="0"/>
              <a:t>2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stage</a:t>
            </a:r>
            <a:r>
              <a:rPr lang="hu-HU" dirty="0" smtClean="0"/>
              <a:t> 2, </a:t>
            </a:r>
            <a:r>
              <a:rPr lang="hu-HU" dirty="0" err="1" smtClean="0"/>
              <a:t>admin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added</a:t>
            </a:r>
            <a:r>
              <a:rPr lang="hu-HU" dirty="0" smtClean="0"/>
              <a:t>.</a:t>
            </a:r>
          </a:p>
          <a:p>
            <a:r>
              <a:rPr lang="hu-HU" dirty="0" smtClean="0"/>
              <a:t>Email </a:t>
            </a:r>
            <a:r>
              <a:rPr lang="hu-HU" dirty="0" err="1" smtClean="0"/>
              <a:t>notification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admin</a:t>
            </a:r>
            <a:endParaRPr lang="hu-HU" dirty="0" smtClean="0"/>
          </a:p>
          <a:p>
            <a:r>
              <a:rPr lang="hu-HU" dirty="0" err="1" smtClean="0"/>
              <a:t>Opportonity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approve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reject</a:t>
            </a:r>
            <a:r>
              <a:rPr lang="hu-HU" dirty="0" smtClean="0"/>
              <a:t> a </a:t>
            </a:r>
            <a:r>
              <a:rPr lang="hu-HU" dirty="0" err="1" smtClean="0"/>
              <a:t>reservation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374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2 – </a:t>
            </a:r>
            <a:r>
              <a:rPr lang="hu-HU" dirty="0" err="1" smtClean="0"/>
              <a:t>Sending</a:t>
            </a:r>
            <a:r>
              <a:rPr lang="hu-HU" dirty="0" smtClean="0"/>
              <a:t> </a:t>
            </a:r>
            <a:r>
              <a:rPr lang="hu-HU" dirty="0" err="1" smtClean="0"/>
              <a:t>notification</a:t>
            </a:r>
            <a:r>
              <a:rPr lang="hu-HU" dirty="0" smtClean="0"/>
              <a:t> email </a:t>
            </a:r>
            <a:r>
              <a:rPr lang="hu-HU" dirty="0" err="1" smtClean="0"/>
              <a:t>for</a:t>
            </a:r>
            <a:r>
              <a:rPr lang="hu-HU" dirty="0" smtClean="0"/>
              <a:t> human</a:t>
            </a:r>
            <a:endParaRPr lang="en-US" dirty="0"/>
          </a:p>
        </p:txBody>
      </p:sp>
      <p:pic>
        <p:nvPicPr>
          <p:cNvPr id="5" name="Tartalom helye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770" y="1825625"/>
            <a:ext cx="9842460" cy="4351338"/>
          </a:xfrm>
        </p:spPr>
      </p:pic>
    </p:spTree>
    <p:extLst>
      <p:ext uri="{BB962C8B-B14F-4D97-AF65-F5344CB8AC3E}">
        <p14:creationId xmlns:p14="http://schemas.microsoft.com/office/powerpoint/2010/main" val="2928641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2 – </a:t>
            </a:r>
            <a:r>
              <a:rPr lang="hu-HU" dirty="0" err="1" smtClean="0"/>
              <a:t>Admin</a:t>
            </a:r>
            <a:r>
              <a:rPr lang="hu-HU" dirty="0" smtClean="0"/>
              <a:t> </a:t>
            </a:r>
            <a:r>
              <a:rPr lang="hu-HU" dirty="0" err="1" smtClean="0"/>
              <a:t>approval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6200" y="1278467"/>
            <a:ext cx="6155267" cy="4898496"/>
          </a:xfrm>
        </p:spPr>
      </p:pic>
    </p:spTree>
    <p:extLst>
      <p:ext uri="{BB962C8B-B14F-4D97-AF65-F5344CB8AC3E}">
        <p14:creationId xmlns:p14="http://schemas.microsoft.com/office/powerpoint/2010/main" val="267554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 err="1" smtClean="0"/>
              <a:t>Stage</a:t>
            </a:r>
            <a:r>
              <a:rPr lang="hu-HU" dirty="0" smtClean="0"/>
              <a:t> </a:t>
            </a:r>
            <a:r>
              <a:rPr lang="hu-HU" dirty="0" smtClean="0"/>
              <a:t>3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 smtClean="0"/>
              <a:t>Reservation</a:t>
            </a:r>
            <a:r>
              <a:rPr lang="hu-HU" dirty="0" smtClean="0"/>
              <a:t> </a:t>
            </a:r>
            <a:r>
              <a:rPr lang="hu-HU" dirty="0" err="1" smtClean="0"/>
              <a:t>through</a:t>
            </a:r>
            <a:r>
              <a:rPr lang="hu-HU" dirty="0" smtClean="0"/>
              <a:t> an MCP server</a:t>
            </a:r>
          </a:p>
          <a:p>
            <a:r>
              <a:rPr lang="hu-HU" dirty="0" smtClean="0"/>
              <a:t>MCP server </a:t>
            </a:r>
            <a:r>
              <a:rPr lang="hu-HU" dirty="0" err="1" smtClean="0"/>
              <a:t>saves</a:t>
            </a:r>
            <a:r>
              <a:rPr lang="hu-HU" dirty="0"/>
              <a:t> </a:t>
            </a:r>
            <a:r>
              <a:rPr lang="hu-HU" dirty="0" err="1" smtClean="0"/>
              <a:t>approved</a:t>
            </a:r>
            <a:r>
              <a:rPr lang="hu-HU" dirty="0" smtClean="0"/>
              <a:t> </a:t>
            </a:r>
            <a:r>
              <a:rPr lang="hu-HU" dirty="0" err="1" smtClean="0"/>
              <a:t>reservations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text file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3968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3 – MCP </a:t>
            </a:r>
            <a:r>
              <a:rPr lang="hu-HU" dirty="0" smtClean="0"/>
              <a:t>Server </a:t>
            </a:r>
            <a:r>
              <a:rPr lang="hu-HU" dirty="0" err="1" smtClean="0"/>
              <a:t>swagger</a:t>
            </a:r>
            <a:endParaRPr lang="en-US" dirty="0"/>
          </a:p>
        </p:txBody>
      </p:sp>
      <p:pic>
        <p:nvPicPr>
          <p:cNvPr id="9" name="Tartalom helye 8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311" y="1825625"/>
            <a:ext cx="7053378" cy="4351338"/>
          </a:xfrm>
        </p:spPr>
      </p:pic>
    </p:spTree>
    <p:extLst>
      <p:ext uri="{BB962C8B-B14F-4D97-AF65-F5344CB8AC3E}">
        <p14:creationId xmlns:p14="http://schemas.microsoft.com/office/powerpoint/2010/main" val="2305294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3 – </a:t>
            </a:r>
            <a:r>
              <a:rPr lang="hu-HU" dirty="0" err="1" smtClean="0"/>
              <a:t>recording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txt</a:t>
            </a:r>
            <a:r>
              <a:rPr lang="hu-HU" dirty="0" smtClean="0"/>
              <a:t> file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4204" y="3023343"/>
            <a:ext cx="9563591" cy="1955901"/>
          </a:xfrm>
        </p:spPr>
      </p:pic>
    </p:spTree>
    <p:extLst>
      <p:ext uri="{BB962C8B-B14F-4D97-AF65-F5344CB8AC3E}">
        <p14:creationId xmlns:p14="http://schemas.microsoft.com/office/powerpoint/2010/main" val="2522795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 err="1" smtClean="0"/>
              <a:t>Stage</a:t>
            </a:r>
            <a:r>
              <a:rPr lang="hu-HU" dirty="0" smtClean="0"/>
              <a:t> </a:t>
            </a:r>
            <a:r>
              <a:rPr lang="hu-HU" dirty="0" smtClean="0"/>
              <a:t>4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 smtClean="0"/>
              <a:t>Orchestration</a:t>
            </a:r>
            <a:r>
              <a:rPr lang="hu-HU" dirty="0" smtClean="0"/>
              <a:t> is </a:t>
            </a:r>
            <a:r>
              <a:rPr lang="hu-HU" dirty="0" err="1" smtClean="0"/>
              <a:t>done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langgraph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958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2408"/>
          </a:xfrm>
        </p:spPr>
        <p:txBody>
          <a:bodyPr>
            <a:normAutofit fontScale="90000"/>
          </a:bodyPr>
          <a:lstStyle/>
          <a:p>
            <a:r>
              <a:rPr lang="hu-HU" dirty="0" err="1" smtClean="0"/>
              <a:t>Stage</a:t>
            </a:r>
            <a:r>
              <a:rPr lang="hu-HU" dirty="0" smtClean="0"/>
              <a:t> 4 – </a:t>
            </a:r>
            <a:r>
              <a:rPr lang="hu-HU" dirty="0" err="1" smtClean="0"/>
              <a:t>Langgraph</a:t>
            </a:r>
            <a:endParaRPr lang="en-US" dirty="0"/>
          </a:p>
        </p:txBody>
      </p:sp>
      <p:pic>
        <p:nvPicPr>
          <p:cNvPr id="5" name="Tartalom helye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5700" y="1943894"/>
            <a:ext cx="4800600" cy="4114800"/>
          </a:xfrm>
        </p:spPr>
      </p:pic>
    </p:spTree>
    <p:extLst>
      <p:ext uri="{BB962C8B-B14F-4D97-AF65-F5344CB8AC3E}">
        <p14:creationId xmlns:p14="http://schemas.microsoft.com/office/powerpoint/2010/main" val="3995984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249</Words>
  <Application>Microsoft Office PowerPoint</Application>
  <PresentationFormat>Szélesvásznú</PresentationFormat>
  <Paragraphs>44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Office-téma</vt:lpstr>
      <vt:lpstr>Parking Reservation Chatbot</vt:lpstr>
      <vt:lpstr>Stage 1 – RAG and basic user chat</vt:lpstr>
      <vt:lpstr>Stage 1 – RAG and basic user chat</vt:lpstr>
      <vt:lpstr>Stage 1 – RAG and basic user chat</vt:lpstr>
      <vt:lpstr>Stage 1 – RAG evaluation</vt:lpstr>
      <vt:lpstr>All stages – Tests</vt:lpstr>
      <vt:lpstr>Stage 1 – User input handling</vt:lpstr>
      <vt:lpstr>Stage 2</vt:lpstr>
      <vt:lpstr>Stage 2 – Sending notification email for human</vt:lpstr>
      <vt:lpstr>Stage 2 – Admin approval</vt:lpstr>
      <vt:lpstr>Stage 3</vt:lpstr>
      <vt:lpstr>Stage 3 – MCP Server swagger</vt:lpstr>
      <vt:lpstr>Stage 3 – recording to txt file</vt:lpstr>
      <vt:lpstr>Stage 4</vt:lpstr>
      <vt:lpstr>Stage 4 – Langgraph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 Reservation Chatbot</dc:title>
  <dc:creator>peter</dc:creator>
  <cp:lastModifiedBy>peter</cp:lastModifiedBy>
  <cp:revision>7</cp:revision>
  <dcterms:created xsi:type="dcterms:W3CDTF">2026-03-15T22:43:32Z</dcterms:created>
  <dcterms:modified xsi:type="dcterms:W3CDTF">2026-03-16T00:13:51Z</dcterms:modified>
</cp:coreProperties>
</file>