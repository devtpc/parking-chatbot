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2" y="8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6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3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0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1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9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2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7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6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6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77532-D479-4C35-BD9A-E8CAA5A029F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43D5D-2C97-422B-8C9F-BBD3838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1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Parking </a:t>
            </a:r>
            <a:r>
              <a:rPr lang="hu-HU" dirty="0" err="1" smtClean="0"/>
              <a:t>Reservation</a:t>
            </a:r>
            <a:r>
              <a:rPr lang="hu-HU" dirty="0" smtClean="0"/>
              <a:t> Chatbot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 smtClean="0"/>
              <a:t>Functions</a:t>
            </a:r>
            <a:r>
              <a:rPr lang="hu-HU" dirty="0" smtClean="0"/>
              <a:t> and </a:t>
            </a:r>
            <a:r>
              <a:rPr lang="hu-HU" dirty="0" err="1" smtClean="0"/>
              <a:t>screenshots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81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2 – </a:t>
            </a:r>
            <a:r>
              <a:rPr lang="hu-HU" dirty="0" err="1" smtClean="0"/>
              <a:t>User</a:t>
            </a:r>
            <a:r>
              <a:rPr lang="hu-HU" dirty="0" smtClean="0"/>
              <a:t> input </a:t>
            </a:r>
            <a:r>
              <a:rPr lang="hu-HU" dirty="0" err="1" smtClean="0"/>
              <a:t>handling</a:t>
            </a:r>
            <a:endParaRPr lang="en-US" dirty="0"/>
          </a:p>
        </p:txBody>
      </p:sp>
      <p:pic>
        <p:nvPicPr>
          <p:cNvPr id="7" name="Tartalom helye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825625"/>
            <a:ext cx="5925116" cy="4351338"/>
          </a:xfrm>
        </p:spPr>
      </p:pic>
    </p:spTree>
    <p:extLst>
      <p:ext uri="{BB962C8B-B14F-4D97-AF65-F5344CB8AC3E}">
        <p14:creationId xmlns:p14="http://schemas.microsoft.com/office/powerpoint/2010/main" val="141310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2 – </a:t>
            </a:r>
            <a:r>
              <a:rPr lang="hu-HU" dirty="0" err="1" smtClean="0"/>
              <a:t>Admin</a:t>
            </a:r>
            <a:r>
              <a:rPr lang="hu-HU" dirty="0" smtClean="0"/>
              <a:t> </a:t>
            </a:r>
            <a:r>
              <a:rPr lang="hu-HU" dirty="0" err="1" smtClean="0"/>
              <a:t>approval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0" y="1278467"/>
            <a:ext cx="6155267" cy="4898496"/>
          </a:xfrm>
        </p:spPr>
      </p:pic>
    </p:spTree>
    <p:extLst>
      <p:ext uri="{BB962C8B-B14F-4D97-AF65-F5344CB8AC3E}">
        <p14:creationId xmlns:p14="http://schemas.microsoft.com/office/powerpoint/2010/main" val="267554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2 – </a:t>
            </a:r>
            <a:r>
              <a:rPr lang="hu-HU" dirty="0" err="1" smtClean="0"/>
              <a:t>Sending</a:t>
            </a:r>
            <a:r>
              <a:rPr lang="hu-HU" dirty="0" smtClean="0"/>
              <a:t> email </a:t>
            </a:r>
            <a:r>
              <a:rPr lang="hu-HU" dirty="0" err="1" smtClean="0"/>
              <a:t>for</a:t>
            </a:r>
            <a:r>
              <a:rPr lang="hu-HU" dirty="0" smtClean="0"/>
              <a:t> human</a:t>
            </a:r>
            <a:endParaRPr lang="en-US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70" y="1825625"/>
            <a:ext cx="9842460" cy="4351338"/>
          </a:xfrm>
        </p:spPr>
      </p:pic>
    </p:spTree>
    <p:extLst>
      <p:ext uri="{BB962C8B-B14F-4D97-AF65-F5344CB8AC3E}">
        <p14:creationId xmlns:p14="http://schemas.microsoft.com/office/powerpoint/2010/main" val="292864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3 – MCP </a:t>
            </a:r>
            <a:r>
              <a:rPr lang="hu-HU" dirty="0" err="1" smtClean="0"/>
              <a:t>Sever</a:t>
            </a:r>
            <a:r>
              <a:rPr lang="hu-HU" dirty="0" smtClean="0"/>
              <a:t> </a:t>
            </a:r>
            <a:r>
              <a:rPr lang="hu-HU" dirty="0" err="1" smtClean="0"/>
              <a:t>swagger</a:t>
            </a:r>
            <a:endParaRPr lang="en-US" dirty="0"/>
          </a:p>
        </p:txBody>
      </p:sp>
      <p:pic>
        <p:nvPicPr>
          <p:cNvPr id="9" name="Tartalom helye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311" y="1825625"/>
            <a:ext cx="7053378" cy="4351338"/>
          </a:xfrm>
        </p:spPr>
      </p:pic>
    </p:spTree>
    <p:extLst>
      <p:ext uri="{BB962C8B-B14F-4D97-AF65-F5344CB8AC3E}">
        <p14:creationId xmlns:p14="http://schemas.microsoft.com/office/powerpoint/2010/main" val="230529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3 – </a:t>
            </a:r>
            <a:r>
              <a:rPr lang="hu-HU" dirty="0" err="1" smtClean="0"/>
              <a:t>recording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txt</a:t>
            </a:r>
            <a:r>
              <a:rPr lang="hu-HU" dirty="0" smtClean="0"/>
              <a:t> file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04" y="3023343"/>
            <a:ext cx="9563591" cy="1955901"/>
          </a:xfrm>
        </p:spPr>
      </p:pic>
    </p:spTree>
    <p:extLst>
      <p:ext uri="{BB962C8B-B14F-4D97-AF65-F5344CB8AC3E}">
        <p14:creationId xmlns:p14="http://schemas.microsoft.com/office/powerpoint/2010/main" val="252279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Stage</a:t>
            </a:r>
            <a:r>
              <a:rPr lang="hu-HU" dirty="0" smtClean="0"/>
              <a:t> 4 – </a:t>
            </a:r>
            <a:r>
              <a:rPr lang="hu-HU" dirty="0" err="1" smtClean="0"/>
              <a:t>Langgraph</a:t>
            </a:r>
            <a:endParaRPr lang="en-US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00" y="1943894"/>
            <a:ext cx="4800600" cy="4114800"/>
          </a:xfrm>
        </p:spPr>
      </p:pic>
    </p:spTree>
    <p:extLst>
      <p:ext uri="{BB962C8B-B14F-4D97-AF65-F5344CB8AC3E}">
        <p14:creationId xmlns:p14="http://schemas.microsoft.com/office/powerpoint/2010/main" val="399598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Szélesvásznú</PresentationFormat>
  <Paragraphs>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Office-téma</vt:lpstr>
      <vt:lpstr>Parking Reservation Chatbot</vt:lpstr>
      <vt:lpstr>Stage 2 – User input handling</vt:lpstr>
      <vt:lpstr>Stage 2 – Admin approval</vt:lpstr>
      <vt:lpstr>Stage 2 – Sending email for human</vt:lpstr>
      <vt:lpstr>Stage 3 – MCP Sever swagger</vt:lpstr>
      <vt:lpstr>Stage 3 – recording to txt file</vt:lpstr>
      <vt:lpstr>Stage 4 – Langgraph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Reservation Chatbot</dc:title>
  <dc:creator>peter</dc:creator>
  <cp:lastModifiedBy>peter</cp:lastModifiedBy>
  <cp:revision>1</cp:revision>
  <dcterms:created xsi:type="dcterms:W3CDTF">2026-03-15T22:43:32Z</dcterms:created>
  <dcterms:modified xsi:type="dcterms:W3CDTF">2026-03-15T22:44:18Z</dcterms:modified>
</cp:coreProperties>
</file>